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7" r:id="rId3"/>
    <p:sldId id="256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EB897A-68E7-DF8C-F6A4-D1516AA224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566674-F5F4-F287-1B4A-328B0D40C4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8A96DA-5940-BB44-8534-3374FF3EB8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8E588-554F-4D32-847D-05542ED5F0F6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89015A-F35A-962B-759D-D4046C4D6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7C59A5-99C9-22B1-27ED-2DE88A4FD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A0337-FC0E-4FCF-BF15-48305806FF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14458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0A96B-8DA5-10F5-F3F7-773AE20A5E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5A491E-E916-8BFB-6276-3DE505ECC9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2479C4-6E1C-1A8B-6E80-7E2CCB30F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8E588-554F-4D32-847D-05542ED5F0F6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28A2AE-A314-A551-64DE-7D50037D6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0393DB-05A5-5843-2C26-3D7D8AB68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A0337-FC0E-4FCF-BF15-48305806FF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10052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52AEA-36A3-39D7-701B-5BB8968CBF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CE870B-D4BE-D7A5-3795-EB1D634A65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BE526E-5352-2BB2-9EF5-0FA0ACC52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8E588-554F-4D32-847D-05542ED5F0F6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35EA06-DC90-C851-8EF5-B0596159C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C577D7-CFBF-267A-D7FA-5E74CB7AA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A0337-FC0E-4FCF-BF15-48305806FF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07525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A5CFA-3DC0-73FC-5887-24142FBA3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A6EE5A-4DA7-2A81-CFB0-783C10C2EB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D73055-5957-3A96-A1F4-3410F94D11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03F862-ACF8-73D3-A4B1-B0D98DA78C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8E588-554F-4D32-847D-05542ED5F0F6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E28C19-0042-5C12-4952-91A3046DB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0C2FAF-C15B-9009-1780-83C4E6CB0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A0337-FC0E-4FCF-BF15-48305806FF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59030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F95E2C-9768-A40F-828C-359EB2666A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BD74AC-A408-78EB-C352-2C09BBCBA4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419C59-4795-F875-C5B1-7984B97A0F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F993AA-34A5-77AC-5492-34E1CE2F40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43373B-3F4B-F018-871D-65FE528953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542F4FA-87AA-E667-2079-4982CF498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8E588-554F-4D32-847D-05542ED5F0F6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45C568-C1BF-A74D-4EA2-3F6FA1AD8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1EFC69-4B6A-A838-1957-A45042A21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A0337-FC0E-4FCF-BF15-48305806FF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44776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A96840-9F54-D473-AC87-82B7D3B9E2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792F44-2C7F-FE01-DEF1-E760779DD2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8E588-554F-4D32-847D-05542ED5F0F6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1E8251-2A9E-EDAD-E6F0-E33B617885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0119D2-751F-46A3-5595-643734967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A0337-FC0E-4FCF-BF15-48305806FF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60563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EC33D12-0A33-0283-B640-FB504D61DE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8E588-554F-4D32-847D-05542ED5F0F6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F680CC-D24E-2A97-3103-BBFAC3145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7ADA8C-CACE-0B83-D7A0-C62403BFA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A0337-FC0E-4FCF-BF15-48305806FF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70980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4740D8-4278-A37A-724D-E854F7B496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B52ED9-02C8-A9D5-8FD4-20DF76AD86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0F6FF6-AB5F-B8A3-72E8-FEC5C703BD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DD26B9-7AAD-DCA0-407C-6C9B2697F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8E588-554F-4D32-847D-05542ED5F0F6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4B8AD2-8B64-535E-523C-993DD64D2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5E3DEF-9EAB-D6DD-2257-11EFDE886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A0337-FC0E-4FCF-BF15-48305806FF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36899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7B0E5-D3BA-6A1E-6AF0-0B3D742235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D1D438-A509-968A-185C-604ED545DA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7CA2AA-61A0-0A5F-562E-DE40541869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2B42FB-CFD5-4C8C-483E-BE47A89404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8E588-554F-4D32-847D-05542ED5F0F6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0A98F7-B3F9-BE58-D08D-03F057D7D2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7C43BD-18A2-915D-9FB7-BAB8BB4DD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A0337-FC0E-4FCF-BF15-48305806FF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42476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1CCAE-318F-3477-BA9F-E040D274A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F8D6B4-1078-9D5B-33EF-08F09CF1CA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6D887B-3622-734A-9C25-8AE5289F6E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8E588-554F-4D32-847D-05542ED5F0F6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E21C5C-9370-E92C-2865-D7BF1DE3CD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05A2D3-011F-33A8-0207-CBDEF28D8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A0337-FC0E-4FCF-BF15-48305806FF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53284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F31BA55-C12D-BCBF-3A80-2A9AE3BF28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1EEB14-DE43-6141-CF94-7994790280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0E940E-1C30-8D2F-477E-A812682C4A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8E588-554F-4D32-847D-05542ED5F0F6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6E7728-B406-533E-03EA-F4B3D5D68D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93F621-11D0-CB0E-1E32-AE0251569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A0337-FC0E-4FCF-BF15-48305806FF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90369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B140E0D-99AB-E64A-2FF6-9F6BA1CEE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9340FD-EE4E-AE39-684B-1CF63AB53E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B2A113-96F8-86B2-1443-CC2FB3AB8D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88E588-554F-4D32-847D-05542ED5F0F6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C942DA-767F-DAFC-4BA3-C16BBF1E1D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7F3CBC-7FA8-A1E6-03D1-AE23FB8622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AA0337-FC0E-4FCF-BF15-48305806FF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29708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0F43E7F-D4EE-3D0A-5610-A4B4F0525F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24464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4BB2168-E8CD-DAC9-391D-130DC6EFF4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64535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90B3A-A4ED-ED12-6A13-A41BC48EA68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2F1573-A486-0932-3B0D-40EA1391B8F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218581-6ACF-BC84-1375-A804935EF3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05640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shruti shinde</dc:creator>
  <cp:lastModifiedBy>shruti shinde</cp:lastModifiedBy>
  <cp:revision>1</cp:revision>
  <dcterms:created xsi:type="dcterms:W3CDTF">2026-03-28T10:06:10Z</dcterms:created>
  <dcterms:modified xsi:type="dcterms:W3CDTF">2026-03-28T10:06:55Z</dcterms:modified>
</cp:coreProperties>
</file>